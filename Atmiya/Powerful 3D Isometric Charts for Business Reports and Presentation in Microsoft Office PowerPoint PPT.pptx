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5A064E"/>
    <a:srgbClr val="CC00FF"/>
    <a:srgbClr val="00C4F2"/>
    <a:srgbClr val="00F2F2"/>
    <a:srgbClr val="02FFFF"/>
    <a:srgbClr val="00003E"/>
    <a:srgbClr val="000066"/>
    <a:srgbClr val="00001A"/>
    <a:srgbClr val="02F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046" autoAdjust="0"/>
    <p:restoredTop sz="93505" autoAdjust="0"/>
  </p:normalViewPr>
  <p:slideViewPr>
    <p:cSldViewPr snapToGrid="0">
      <p:cViewPr>
        <p:scale>
          <a:sx n="98" d="100"/>
          <a:sy n="98" d="100"/>
        </p:scale>
        <p:origin x="163" y="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21E6A-3218-4775-9E12-9B72F1FE5DA9}" type="datetimeFigureOut">
              <a:rPr lang="en-US" smtClean="0"/>
              <a:t>4/30/2022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AD2FA-3BE0-424A-872B-3D4AA8E591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AD2FA-3BE0-424A-872B-3D4AA8E591B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E1E18F-55E2-47E9-8514-67EE7B51F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3B1E18A-2247-453D-BE56-7B77FE35D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22CA020-0755-42B1-B52A-A2DC09B7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CA49ED-B705-47BD-BDEE-F738B529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FE1CA5-0400-4CAB-8201-DA755912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2104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895FD9-E490-4794-8128-BD346E9A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342243-2352-4A5A-903E-78F42E89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17B2E73-6FAD-4F01-B816-80F7D162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DB5F8F6-79A5-4FEC-89EC-1D3FD6F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0DA08EE-E7FF-428B-AD62-BDEB87B4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8029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81CAB-5BD1-4613-B40C-29B0EBA49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66BB0AE-553A-40E7-BCC7-A2086716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C3B3D-86C7-4D8C-94F0-9A268AB5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E48326-39E4-457F-8DEE-908C8874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29A40DB-27BC-40CC-A6D5-93B51D1F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0521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19E56D-0359-4302-83A6-9489ADE4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0147EF8-5F0F-4E6C-83BA-5BA6A8CB1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066FB06-88FE-4B49-9AD0-25E5FA836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FDCC79B-B5DC-47EA-8097-63BAAEB2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D052FA2-91F0-430B-BB3C-DBA95A70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DAFE9AC-F3F7-4E5A-BC79-22F014AF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9272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04BB39-33A7-41ED-BFEC-BF5CDE4B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B5CC4B0-3724-44FF-B09A-3C8213486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10A716C-4430-412A-9D83-D55DE7A2E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1D63D8F-5DA0-4724-B30F-7A098945A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F794F9F-5A74-432A-A9EF-FBFAC495B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07830C3-30C2-495A-B9B6-A6BA948D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FF35D1E-8903-4EA1-BB52-0B282BE6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ED8A1BAE-AA09-42F0-BD6F-ADF6DAB8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7333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A411B4-99CD-49D6-B899-F7110AB5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8A1F289-C2B5-433C-AD70-822575F8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BF0FCF1-F13D-453A-99CE-D554B14E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E9AE9F6-3EB7-4595-BC58-9982F3A5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4246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6F24513-29B7-4833-B945-121DF34A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4803B45-34EE-491A-BF1F-C3685620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301348-3FD4-4CCD-8924-BDAE5FB0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3886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94B493-1564-4B6F-8745-63550B94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1BC073-8564-406F-9669-135A7235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9044D95-7D66-49F6-A66B-680E7163B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4E72B99-9AB8-487B-89DA-71B11B53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741A9B0-036C-4A10-B8E5-77DDA0D5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8ADF59-8069-442B-A2DA-218071DC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8203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05C0D9-4A40-4C90-8EED-C259C4544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E47214E-574A-4BA4-AD32-ABABDA7B5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C6EBD40-F3BB-4D6F-BADA-827B437AA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154B3EE-EB7B-4760-9961-3AB409FF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420A0AE-E61C-4F8A-8D44-8D18D402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C1114CC-208D-4707-8CD6-9B35C405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724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F6F5E1-605B-442A-9163-F9E31238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8F64617-CDD2-4286-9AA9-61FAF364C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B890AE8-E594-4EB2-8B3E-27223527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DD9D1B0-FDDD-4648-A89C-6C1D841B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5FA706-35B4-4593-9C95-FDA18E82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9380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4D7D6B0-8D1C-4FA1-B431-FEF5D8E74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9D334E4-2496-466D-AA2E-D8CA062F6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0DC55E-6001-441B-8F7A-424277B9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45992CA-43C3-4D25-9016-63786368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E930BDD-8C72-4EAF-AB01-C3BA964F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9944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18DCF4D-9C70-454D-8279-5EAD8590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AC8DF8E-C08C-498C-AAB8-C7DCE90C1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FF89BBB-6D05-433A-9CD4-0A63C09BF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2B74B-9762-4F69-A318-9E8A6FA57372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198A899-4B8C-48E5-BFB3-ED48A4506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C39200B-A370-4DF9-A106-989BDF9A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10CA9-1139-4028-ADF2-614DE60CA5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3374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017181"/>
            <a:ext cx="12192000" cy="1655762"/>
          </a:xfrm>
        </p:spPr>
        <p:txBody>
          <a:bodyPr>
            <a:noAutofit/>
          </a:bodyPr>
          <a:lstStyle/>
          <a:p>
            <a:r>
              <a:rPr lang="en-US" sz="9600" dirty="0" smtClean="0">
                <a:solidFill>
                  <a:schemeClr val="bg1"/>
                </a:solidFill>
                <a:effectLst>
                  <a:glow rad="101600">
                    <a:srgbClr val="5A064E"/>
                  </a:glow>
                </a:effectLst>
                <a:latin typeface="Arial Rounded MT Bold" pitchFamily="34" charset="0"/>
              </a:rPr>
              <a:t>GUJARAT</a:t>
            </a:r>
            <a:endParaRPr lang="en-US" sz="9600" dirty="0">
              <a:solidFill>
                <a:schemeClr val="bg1"/>
              </a:solidFill>
              <a:effectLst>
                <a:glow rad="101600">
                  <a:srgbClr val="5A064E"/>
                </a:glow>
              </a:effectLst>
              <a:latin typeface="Arial Rounded MT Bold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400024" y="2363236"/>
            <a:ext cx="9336556" cy="2036990"/>
            <a:chOff x="1308584" y="2309896"/>
            <a:chExt cx="10172254" cy="2036990"/>
          </a:xfrm>
          <a:noFill/>
        </p:grpSpPr>
        <p:sp>
          <p:nvSpPr>
            <p:cNvPr id="12" name="Oval 11"/>
            <p:cNvSpPr/>
            <p:nvPr/>
          </p:nvSpPr>
          <p:spPr>
            <a:xfrm>
              <a:off x="9075095" y="2309896"/>
              <a:ext cx="2405743" cy="20369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308584" y="2314142"/>
              <a:ext cx="2405743" cy="20204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08663" y="2313083"/>
              <a:ext cx="7979229" cy="2025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525864" y="2913682"/>
            <a:ext cx="5393412" cy="1542055"/>
            <a:chOff x="3826922" y="2875018"/>
            <a:chExt cx="5468354" cy="1557497"/>
          </a:xfrm>
          <a:solidFill>
            <a:schemeClr val="bg1"/>
          </a:solidFill>
        </p:grpSpPr>
        <p:sp>
          <p:nvSpPr>
            <p:cNvPr id="32" name="Rectangle 31"/>
            <p:cNvSpPr/>
            <p:nvPr/>
          </p:nvSpPr>
          <p:spPr>
            <a:xfrm>
              <a:off x="4641744" y="2875018"/>
              <a:ext cx="3835830" cy="15574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826922" y="2882607"/>
              <a:ext cx="1665292" cy="1542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645832" y="2882686"/>
              <a:ext cx="1649444" cy="15421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611104" y="3001311"/>
            <a:ext cx="5225491" cy="1404359"/>
            <a:chOff x="3843581" y="2913681"/>
            <a:chExt cx="5491184" cy="1518834"/>
          </a:xfrm>
          <a:solidFill>
            <a:schemeClr val="accent4"/>
          </a:solidFill>
        </p:grpSpPr>
        <p:sp>
          <p:nvSpPr>
            <p:cNvPr id="44" name="Rectangle 43"/>
            <p:cNvSpPr/>
            <p:nvPr/>
          </p:nvSpPr>
          <p:spPr>
            <a:xfrm>
              <a:off x="4641744" y="2913681"/>
              <a:ext cx="3835830" cy="1518834"/>
            </a:xfrm>
            <a:prstGeom prst="rect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 extrusionH="438150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Eras Bold ITC" pitchFamily="34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3843581" y="2913681"/>
              <a:ext cx="1665292" cy="1511085"/>
            </a:xfrm>
            <a:prstGeom prst="ellipse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 extrusionH="438150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Eras Bold ITC" pitchFamily="34" charset="0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7669473" y="2919478"/>
              <a:ext cx="1665292" cy="1511085"/>
            </a:xfrm>
            <a:prstGeom prst="ellipse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 extrusionH="438150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Eras Bold ITC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991172"/>
            <a:ext cx="12191999" cy="1355505"/>
          </a:xfrm>
        </p:spPr>
        <p:txBody>
          <a:bodyPr>
            <a:normAutofit fontScale="90000"/>
          </a:bodyPr>
          <a:lstStyle/>
          <a:p>
            <a:r>
              <a:rPr lang="en-US" sz="9600" dirty="0" smtClean="0">
                <a:solidFill>
                  <a:schemeClr val="bg1"/>
                </a:solidFill>
                <a:effectLst>
                  <a:glow rad="101600">
                    <a:schemeClr val="bg1">
                      <a:alpha val="6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GLOBAL</a:t>
            </a:r>
            <a:endParaRPr lang="en-US" sz="9600" dirty="0">
              <a:solidFill>
                <a:schemeClr val="bg1"/>
              </a:solidFill>
              <a:effectLst>
                <a:glow rad="101600">
                  <a:schemeClr val="bg1">
                    <a:alpha val="6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7" name="Picture 46" descr="PngItem_60762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57" y="139485"/>
            <a:ext cx="3787448" cy="302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5" decel="100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85" decel="100000"/>
                                        <p:tgtEl>
                                          <p:spTgt spid="4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38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38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66"/>
            </a:gs>
            <a:gs pos="100000">
              <a:srgbClr val="00003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="" xmlns:a16="http://schemas.microsoft.com/office/drawing/2014/main" id="{18323AFD-DF42-407E-B910-4AC10151EB37}"/>
              </a:ext>
            </a:extLst>
          </p:cNvPr>
          <p:cNvSpPr/>
          <p:nvPr/>
        </p:nvSpPr>
        <p:spPr>
          <a:xfrm>
            <a:off x="191566" y="283584"/>
            <a:ext cx="6350748" cy="6350748"/>
          </a:xfrm>
          <a:prstGeom prst="ellipse">
            <a:avLst/>
          </a:prstGeom>
          <a:gradFill flip="none" rotWithShape="1">
            <a:gsLst>
              <a:gs pos="21000">
                <a:srgbClr val="00F2F2">
                  <a:alpha val="54000"/>
                </a:srgbClr>
              </a:gs>
              <a:gs pos="80000">
                <a:srgbClr val="00003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="" xmlns:a16="http://schemas.microsoft.com/office/drawing/2014/main" id="{A94942C3-D73D-4410-B947-4D17FFB1EFC3}"/>
              </a:ext>
            </a:extLst>
          </p:cNvPr>
          <p:cNvSpPr/>
          <p:nvPr/>
        </p:nvSpPr>
        <p:spPr>
          <a:xfrm>
            <a:off x="1782049" y="0"/>
            <a:ext cx="13867254" cy="10362430"/>
          </a:xfrm>
          <a:prstGeom prst="roundRect">
            <a:avLst>
              <a:gd name="adj" fmla="val 13787"/>
            </a:avLst>
          </a:prstGeom>
          <a:solidFill>
            <a:schemeClr val="bg1">
              <a:alpha val="6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="" xmlns:a16="http://schemas.microsoft.com/office/drawing/2014/main" id="{A929AEE5-C7BE-4D8D-B800-8745881A5591}"/>
              </a:ext>
            </a:extLst>
          </p:cNvPr>
          <p:cNvSpPr/>
          <p:nvPr/>
        </p:nvSpPr>
        <p:spPr>
          <a:xfrm>
            <a:off x="1726821" y="2634654"/>
            <a:ext cx="2990706" cy="2990706"/>
          </a:xfrm>
          <a:prstGeom prst="ellipse">
            <a:avLst/>
          </a:prstGeom>
          <a:noFill/>
          <a:ln>
            <a:gradFill>
              <a:gsLst>
                <a:gs pos="0">
                  <a:srgbClr val="00F2F2"/>
                </a:gs>
                <a:gs pos="100000">
                  <a:srgbClr val="02FFFF"/>
                </a:gs>
              </a:gsLst>
              <a:lin ang="5400000" scaled="1"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442C7E30-D0B2-4202-9504-CFC3D23899B2}"/>
              </a:ext>
            </a:extLst>
          </p:cNvPr>
          <p:cNvSpPr/>
          <p:nvPr/>
        </p:nvSpPr>
        <p:spPr>
          <a:xfrm>
            <a:off x="1726821" y="2915599"/>
            <a:ext cx="2990706" cy="2990706"/>
          </a:xfrm>
          <a:prstGeom prst="ellipse">
            <a:avLst/>
          </a:prstGeom>
          <a:noFill/>
          <a:ln>
            <a:gradFill>
              <a:gsLst>
                <a:gs pos="0">
                  <a:srgbClr val="00F2F2"/>
                </a:gs>
                <a:gs pos="100000">
                  <a:srgbClr val="02FFFF"/>
                </a:gs>
              </a:gsLst>
              <a:lin ang="5400000" scaled="1"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F59F1584-0CA6-43DC-A9C3-3AD06ED8A450}"/>
              </a:ext>
            </a:extLst>
          </p:cNvPr>
          <p:cNvSpPr/>
          <p:nvPr/>
        </p:nvSpPr>
        <p:spPr>
          <a:xfrm>
            <a:off x="1726821" y="3196544"/>
            <a:ext cx="2990706" cy="2990706"/>
          </a:xfrm>
          <a:prstGeom prst="ellipse">
            <a:avLst/>
          </a:prstGeom>
          <a:noFill/>
          <a:ln>
            <a:gradFill>
              <a:gsLst>
                <a:gs pos="0">
                  <a:srgbClr val="00F2F2">
                    <a:alpha val="60000"/>
                  </a:srgbClr>
                </a:gs>
                <a:gs pos="100000">
                  <a:srgbClr val="02FFFF">
                    <a:alpha val="60000"/>
                  </a:srgbClr>
                </a:gs>
              </a:gsLst>
              <a:lin ang="5400000" scaled="1"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3AFCD106-ADB2-49EE-A6EF-903251177930}"/>
              </a:ext>
            </a:extLst>
          </p:cNvPr>
          <p:cNvSpPr/>
          <p:nvPr/>
        </p:nvSpPr>
        <p:spPr>
          <a:xfrm>
            <a:off x="1726821" y="3477489"/>
            <a:ext cx="2990706" cy="2990706"/>
          </a:xfrm>
          <a:prstGeom prst="ellipse">
            <a:avLst/>
          </a:prstGeom>
          <a:noFill/>
          <a:ln>
            <a:gradFill>
              <a:gsLst>
                <a:gs pos="0">
                  <a:srgbClr val="00F2F2">
                    <a:alpha val="45000"/>
                  </a:srgbClr>
                </a:gs>
                <a:gs pos="100000">
                  <a:srgbClr val="02FFFF">
                    <a:alpha val="45000"/>
                  </a:srgbClr>
                </a:gs>
              </a:gsLst>
              <a:lin ang="5400000" scaled="1"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1A679A23-9289-49B6-B035-FBCB7AE55EF0}"/>
              </a:ext>
            </a:extLst>
          </p:cNvPr>
          <p:cNvSpPr/>
          <p:nvPr/>
        </p:nvSpPr>
        <p:spPr>
          <a:xfrm>
            <a:off x="1726821" y="3758434"/>
            <a:ext cx="2990706" cy="2990706"/>
          </a:xfrm>
          <a:prstGeom prst="ellipse">
            <a:avLst/>
          </a:prstGeom>
          <a:noFill/>
          <a:ln>
            <a:gradFill>
              <a:gsLst>
                <a:gs pos="0">
                  <a:srgbClr val="00F2F2">
                    <a:alpha val="30000"/>
                  </a:srgbClr>
                </a:gs>
                <a:gs pos="100000">
                  <a:srgbClr val="02FFFF">
                    <a:alpha val="30000"/>
                  </a:srgbClr>
                </a:gs>
              </a:gsLst>
              <a:lin ang="5400000" scaled="1"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B3DB3D7-3B27-4F07-B142-B870DCB49BD6}"/>
              </a:ext>
            </a:extLst>
          </p:cNvPr>
          <p:cNvSpPr/>
          <p:nvPr/>
        </p:nvSpPr>
        <p:spPr>
          <a:xfrm>
            <a:off x="1581818" y="1977606"/>
            <a:ext cx="3280712" cy="3280712"/>
          </a:xfrm>
          <a:prstGeom prst="ellipse">
            <a:avLst/>
          </a:prstGeom>
          <a:gradFill>
            <a:gsLst>
              <a:gs pos="0">
                <a:srgbClr val="00F2F2"/>
              </a:gs>
              <a:gs pos="100000">
                <a:srgbClr val="02FFFF"/>
              </a:gs>
            </a:gsLst>
            <a:lin ang="5400000" scaled="1"/>
          </a:gradFill>
          <a:ln>
            <a:gradFill>
              <a:gsLst>
                <a:gs pos="0">
                  <a:srgbClr val="00F2F2"/>
                </a:gs>
                <a:gs pos="100000">
                  <a:srgbClr val="02FFFF"/>
                </a:gs>
              </a:gsLst>
              <a:lin ang="5400000" scaled="1"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5851D5D6-25DF-4668-9C73-33521A353EC2}"/>
              </a:ext>
            </a:extLst>
          </p:cNvPr>
          <p:cNvSpPr/>
          <p:nvPr/>
        </p:nvSpPr>
        <p:spPr>
          <a:xfrm>
            <a:off x="1726821" y="1775516"/>
            <a:ext cx="2990706" cy="2990706"/>
          </a:xfrm>
          <a:prstGeom prst="ellipse">
            <a:avLst/>
          </a:prstGeom>
          <a:solidFill>
            <a:schemeClr val="bg1"/>
          </a:solidFill>
          <a:ln>
            <a:noFill/>
          </a:ln>
          <a:scene3d>
            <a:camera prst="isometricTopUp"/>
            <a:lightRig rig="threePt" dir="t">
              <a:rot lat="0" lon="0" rev="14400000"/>
            </a:lightRig>
          </a:scene3d>
          <a:sp3d extrusionH="304800" prstMaterial="powder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F9944CFA-95E2-4440-9F61-67EE3882E005}"/>
              </a:ext>
            </a:extLst>
          </p:cNvPr>
          <p:cNvGrpSpPr/>
          <p:nvPr/>
        </p:nvGrpSpPr>
        <p:grpSpPr>
          <a:xfrm>
            <a:off x="1726821" y="728802"/>
            <a:ext cx="2890338" cy="2923144"/>
            <a:chOff x="4721014" y="1399653"/>
            <a:chExt cx="3960984" cy="4005942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70771B36-C27D-4215-9B36-66EE79E700DD}"/>
                </a:ext>
              </a:extLst>
            </p:cNvPr>
            <p:cNvSpPr/>
            <p:nvPr/>
          </p:nvSpPr>
          <p:spPr>
            <a:xfrm>
              <a:off x="4721014" y="1399653"/>
              <a:ext cx="3960984" cy="4005942"/>
            </a:xfrm>
            <a:custGeom>
              <a:avLst/>
              <a:gdLst>
                <a:gd name="connsiteX0" fmla="*/ 2002971 w 3960984"/>
                <a:gd name="connsiteY0" fmla="*/ 0 h 4005942"/>
                <a:gd name="connsiteX1" fmla="*/ 3122851 w 3960984"/>
                <a:gd name="connsiteY1" fmla="*/ 342076 h 4005942"/>
                <a:gd name="connsiteX2" fmla="*/ 3172527 w 3960984"/>
                <a:gd name="connsiteY2" fmla="*/ 379223 h 4005942"/>
                <a:gd name="connsiteX3" fmla="*/ 3070986 w 3960984"/>
                <a:gd name="connsiteY3" fmla="*/ 520197 h 4005942"/>
                <a:gd name="connsiteX4" fmla="*/ 3025623 w 3960984"/>
                <a:gd name="connsiteY4" fmla="*/ 486275 h 4005942"/>
                <a:gd name="connsiteX5" fmla="*/ 2002971 w 3960984"/>
                <a:gd name="connsiteY5" fmla="*/ 173898 h 4005942"/>
                <a:gd name="connsiteX6" fmla="*/ 173898 w 3960984"/>
                <a:gd name="connsiteY6" fmla="*/ 2002971 h 4005942"/>
                <a:gd name="connsiteX7" fmla="*/ 2002971 w 3960984"/>
                <a:gd name="connsiteY7" fmla="*/ 3832044 h 4005942"/>
                <a:gd name="connsiteX8" fmla="*/ 3749813 w 3960984"/>
                <a:gd name="connsiteY8" fmla="*/ 2546881 h 4005942"/>
                <a:gd name="connsiteX9" fmla="*/ 3790989 w 3960984"/>
                <a:gd name="connsiteY9" fmla="*/ 2386740 h 4005942"/>
                <a:gd name="connsiteX10" fmla="*/ 3960984 w 3960984"/>
                <a:gd name="connsiteY10" fmla="*/ 2423226 h 4005942"/>
                <a:gd name="connsiteX11" fmla="*/ 3915892 w 3960984"/>
                <a:gd name="connsiteY11" fmla="*/ 2598593 h 4005942"/>
                <a:gd name="connsiteX12" fmla="*/ 2002971 w 3960984"/>
                <a:gd name="connsiteY12" fmla="*/ 4005942 h 4005942"/>
                <a:gd name="connsiteX13" fmla="*/ 0 w 3960984"/>
                <a:gd name="connsiteY13" fmla="*/ 2002971 h 4005942"/>
                <a:gd name="connsiteX14" fmla="*/ 2002971 w 3960984"/>
                <a:gd name="connsiteY14" fmla="*/ 0 h 400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60984" h="4005942">
                  <a:moveTo>
                    <a:pt x="2002971" y="0"/>
                  </a:moveTo>
                  <a:cubicBezTo>
                    <a:pt x="2417800" y="0"/>
                    <a:pt x="2803175" y="126107"/>
                    <a:pt x="3122851" y="342076"/>
                  </a:cubicBezTo>
                  <a:lnTo>
                    <a:pt x="3172527" y="379223"/>
                  </a:lnTo>
                  <a:lnTo>
                    <a:pt x="3070986" y="520197"/>
                  </a:lnTo>
                  <a:lnTo>
                    <a:pt x="3025623" y="486275"/>
                  </a:lnTo>
                  <a:cubicBezTo>
                    <a:pt x="2733701" y="289056"/>
                    <a:pt x="2381784" y="173898"/>
                    <a:pt x="2002971" y="173898"/>
                  </a:cubicBezTo>
                  <a:cubicBezTo>
                    <a:pt x="992802" y="173898"/>
                    <a:pt x="173898" y="992802"/>
                    <a:pt x="173898" y="2002971"/>
                  </a:cubicBezTo>
                  <a:cubicBezTo>
                    <a:pt x="173898" y="3013140"/>
                    <a:pt x="992802" y="3832044"/>
                    <a:pt x="2002971" y="3832044"/>
                  </a:cubicBezTo>
                  <a:cubicBezTo>
                    <a:pt x="2823733" y="3832044"/>
                    <a:pt x="3518231" y="3291440"/>
                    <a:pt x="3749813" y="2546881"/>
                  </a:cubicBezTo>
                  <a:lnTo>
                    <a:pt x="3790989" y="2386740"/>
                  </a:lnTo>
                  <a:lnTo>
                    <a:pt x="3960984" y="2423226"/>
                  </a:lnTo>
                  <a:lnTo>
                    <a:pt x="3915892" y="2598593"/>
                  </a:lnTo>
                  <a:cubicBezTo>
                    <a:pt x="3662293" y="3413940"/>
                    <a:pt x="2901767" y="4005942"/>
                    <a:pt x="2002971" y="4005942"/>
                  </a:cubicBezTo>
                  <a:cubicBezTo>
                    <a:pt x="896761" y="4005942"/>
                    <a:pt x="0" y="3109181"/>
                    <a:pt x="0" y="2002971"/>
                  </a:cubicBezTo>
                  <a:cubicBezTo>
                    <a:pt x="0" y="896761"/>
                    <a:pt x="896761" y="0"/>
                    <a:pt x="2002971" y="0"/>
                  </a:cubicBezTo>
                  <a:close/>
                </a:path>
              </a:pathLst>
            </a:custGeom>
            <a:gradFill>
              <a:gsLst>
                <a:gs pos="0">
                  <a:srgbClr val="00F2F2"/>
                </a:gs>
                <a:gs pos="100000">
                  <a:srgbClr val="02FFFF"/>
                </a:gs>
              </a:gsLst>
              <a:lin ang="13500000" scaled="1"/>
            </a:gradFill>
            <a:ln>
              <a:noFill/>
            </a:ln>
            <a:scene3d>
              <a:camera prst="isometricRightUp"/>
              <a:lightRig rig="threePt" dir="t">
                <a:rot lat="0" lon="0" rev="6600000"/>
              </a:lightRig>
            </a:scene3d>
            <a:sp3d extrusionH="4318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B8133526-1F2D-4088-9DF7-F8564754F432}"/>
                </a:ext>
              </a:extLst>
            </p:cNvPr>
            <p:cNvSpPr/>
            <p:nvPr/>
          </p:nvSpPr>
          <p:spPr>
            <a:xfrm>
              <a:off x="5112191" y="1813306"/>
              <a:ext cx="3178630" cy="3178630"/>
            </a:xfrm>
            <a:prstGeom prst="ellipse">
              <a:avLst/>
            </a:prstGeom>
            <a:gradFill flip="none" rotWithShape="1">
              <a:gsLst>
                <a:gs pos="0">
                  <a:srgbClr val="00C4F2">
                    <a:alpha val="92000"/>
                  </a:srgbClr>
                </a:gs>
                <a:gs pos="100000">
                  <a:srgbClr val="CC00FF">
                    <a:alpha val="98000"/>
                  </a:srgbClr>
                </a:gs>
              </a:gsLst>
              <a:lin ang="13500000" scaled="1"/>
              <a:tileRect/>
            </a:gradFill>
            <a:ln>
              <a:noFill/>
            </a:ln>
            <a:effectLst>
              <a:reflection blurRad="215900" stA="72000" endPos="41000" dist="330200" dir="5400000" sy="-100000" algn="bl" rotWithShape="0"/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="" xmlns:a16="http://schemas.microsoft.com/office/drawing/2014/main" id="{B253512F-8C82-4BD8-9DF6-5A311D369DE2}"/>
                </a:ext>
              </a:extLst>
            </p:cNvPr>
            <p:cNvSpPr/>
            <p:nvPr/>
          </p:nvSpPr>
          <p:spPr>
            <a:xfrm>
              <a:off x="5235904" y="2035628"/>
              <a:ext cx="2871528" cy="2088909"/>
            </a:xfrm>
            <a:custGeom>
              <a:avLst/>
              <a:gdLst>
                <a:gd name="connsiteX0" fmla="*/ 1589315 w 2871529"/>
                <a:gd name="connsiteY0" fmla="*/ 0 h 2088909"/>
                <a:gd name="connsiteX1" fmla="*/ 2815708 w 2871529"/>
                <a:gd name="connsiteY1" fmla="*/ 578363 h 2088909"/>
                <a:gd name="connsiteX2" fmla="*/ 2871529 w 2871529"/>
                <a:gd name="connsiteY2" fmla="*/ 653012 h 2088909"/>
                <a:gd name="connsiteX3" fmla="*/ 81328 w 2871529"/>
                <a:gd name="connsiteY3" fmla="*/ 2088909 h 2088909"/>
                <a:gd name="connsiteX4" fmla="*/ 71453 w 2871529"/>
                <a:gd name="connsiteY4" fmla="*/ 2061929 h 2088909"/>
                <a:gd name="connsiteX5" fmla="*/ 0 w 2871529"/>
                <a:gd name="connsiteY5" fmla="*/ 1589315 h 2088909"/>
                <a:gd name="connsiteX6" fmla="*/ 1589315 w 2871529"/>
                <a:gd name="connsiteY6" fmla="*/ 0 h 208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1529" h="2088909">
                  <a:moveTo>
                    <a:pt x="1589315" y="0"/>
                  </a:moveTo>
                  <a:cubicBezTo>
                    <a:pt x="2083052" y="0"/>
                    <a:pt x="2524204" y="225142"/>
                    <a:pt x="2815708" y="578363"/>
                  </a:cubicBezTo>
                  <a:lnTo>
                    <a:pt x="2871529" y="653012"/>
                  </a:lnTo>
                  <a:lnTo>
                    <a:pt x="81328" y="2088909"/>
                  </a:lnTo>
                  <a:lnTo>
                    <a:pt x="71453" y="2061929"/>
                  </a:lnTo>
                  <a:cubicBezTo>
                    <a:pt x="25016" y="1912630"/>
                    <a:pt x="0" y="1753894"/>
                    <a:pt x="0" y="1589315"/>
                  </a:cubicBezTo>
                  <a:cubicBezTo>
                    <a:pt x="0" y="711561"/>
                    <a:pt x="711561" y="0"/>
                    <a:pt x="1589315" y="0"/>
                  </a:cubicBez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>
              <a:noFill/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3CBE5935-C68A-42C6-ADD3-CBE560787587}"/>
              </a:ext>
            </a:extLst>
          </p:cNvPr>
          <p:cNvSpPr txBox="1"/>
          <p:nvPr/>
        </p:nvSpPr>
        <p:spPr>
          <a:xfrm>
            <a:off x="2496085" y="1771419"/>
            <a:ext cx="1611086" cy="830997"/>
          </a:xfrm>
          <a:prstGeom prst="rect">
            <a:avLst/>
          </a:prstGeom>
          <a:noFill/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Oswald" panose="00000500000000000000" pitchFamily="2" charset="0"/>
              </a:rPr>
              <a:t>60</a:t>
            </a:r>
            <a:r>
              <a:rPr lang="en-IN" sz="3200" b="1" dirty="0">
                <a:solidFill>
                  <a:schemeClr val="bg1"/>
                </a:solidFill>
                <a:latin typeface="Oswald" panose="00000500000000000000" pitchFamily="2" charset="0"/>
              </a:rPr>
              <a:t>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3DA1A7B3-9E36-425D-AB27-98AD49661E18}"/>
              </a:ext>
            </a:extLst>
          </p:cNvPr>
          <p:cNvSpPr txBox="1"/>
          <p:nvPr/>
        </p:nvSpPr>
        <p:spPr>
          <a:xfrm>
            <a:off x="2423056" y="3205941"/>
            <a:ext cx="2579914" cy="646331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IN" sz="3600" spc="600" dirty="0">
                <a:solidFill>
                  <a:schemeClr val="tx2">
                    <a:lumMod val="75000"/>
                  </a:schemeClr>
                </a:solidFill>
                <a:latin typeface="Oswald" panose="00000500000000000000" pitchFamily="2" charset="0"/>
              </a:rPr>
              <a:t>SALES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82422A9-9703-4191-A2AA-BE1B7CB5C3C0}"/>
              </a:ext>
            </a:extLst>
          </p:cNvPr>
          <p:cNvSpPr txBox="1"/>
          <p:nvPr/>
        </p:nvSpPr>
        <p:spPr>
          <a:xfrm>
            <a:off x="2621434" y="3581283"/>
            <a:ext cx="2579914" cy="246221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IN" sz="1000" spc="300" dirty="0">
                <a:solidFill>
                  <a:schemeClr val="tx2">
                    <a:lumMod val="75000"/>
                  </a:schemeClr>
                </a:solidFill>
                <a:latin typeface="Oswald" panose="00000500000000000000" pitchFamily="2" charset="0"/>
              </a:rPr>
              <a:t>CREATIVE VENUS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1BBFF7B9-FBAD-4465-8246-1D87E480E728}"/>
              </a:ext>
            </a:extLst>
          </p:cNvPr>
          <p:cNvSpPr txBox="1"/>
          <p:nvPr/>
        </p:nvSpPr>
        <p:spPr>
          <a:xfrm>
            <a:off x="5111075" y="1846223"/>
            <a:ext cx="4996542" cy="707886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IN" sz="4000" spc="600" dirty="0">
                <a:solidFill>
                  <a:schemeClr val="bg1">
                    <a:alpha val="79000"/>
                  </a:schemeClr>
                </a:solidFill>
                <a:latin typeface="Oswald" panose="00000500000000000000" pitchFamily="2" charset="0"/>
              </a:rPr>
              <a:t>SALES REPORT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BCEDCEB3-A633-487F-9A23-1BDD5C4FCC29}"/>
              </a:ext>
            </a:extLst>
          </p:cNvPr>
          <p:cNvSpPr txBox="1"/>
          <p:nvPr/>
        </p:nvSpPr>
        <p:spPr>
          <a:xfrm>
            <a:off x="5425910" y="2296100"/>
            <a:ext cx="4996542" cy="338554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IN" sz="1600" spc="600" dirty="0">
                <a:solidFill>
                  <a:schemeClr val="bg1">
                    <a:alpha val="79000"/>
                  </a:schemeClr>
                </a:solidFill>
                <a:latin typeface="Oswald" panose="00000500000000000000" pitchFamily="2" charset="0"/>
              </a:rPr>
              <a:t>CREATIVE VENUS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21A861D5-5DA9-40D4-9105-CF50481886B5}"/>
              </a:ext>
            </a:extLst>
          </p:cNvPr>
          <p:cNvSpPr txBox="1"/>
          <p:nvPr/>
        </p:nvSpPr>
        <p:spPr>
          <a:xfrm>
            <a:off x="6498772" y="2668917"/>
            <a:ext cx="4111410" cy="1200329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pPr algn="just"/>
            <a:r>
              <a:rPr lang="en-IN" sz="1200" dirty="0">
                <a:solidFill>
                  <a:schemeClr val="bg1">
                    <a:alpha val="79000"/>
                  </a:schemeClr>
                </a:solidFill>
                <a:latin typeface="Montserrat" panose="00000500000000000000" pitchFamily="2" charset="0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just"/>
            <a:endParaRPr lang="en-IN" sz="1200" dirty="0">
              <a:solidFill>
                <a:schemeClr val="bg1">
                  <a:alpha val="79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BFB1A649-A25B-421C-AD30-060ABCA7EABF}"/>
              </a:ext>
            </a:extLst>
          </p:cNvPr>
          <p:cNvSpPr txBox="1"/>
          <p:nvPr/>
        </p:nvSpPr>
        <p:spPr>
          <a:xfrm>
            <a:off x="7336972" y="3186892"/>
            <a:ext cx="4111410" cy="1200329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pPr algn="just"/>
            <a:r>
              <a:rPr lang="en-IN" sz="1200" dirty="0">
                <a:solidFill>
                  <a:schemeClr val="bg1">
                    <a:alpha val="79000"/>
                  </a:schemeClr>
                </a:solidFill>
                <a:latin typeface="Montserrat" panose="00000500000000000000" pitchFamily="2" charset="0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just"/>
            <a:endParaRPr lang="en-IN" sz="1200" dirty="0">
              <a:solidFill>
                <a:schemeClr val="bg1">
                  <a:alpha val="79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="" xmlns:a16="http://schemas.microsoft.com/office/drawing/2014/main" id="{CD5DFE6C-F53F-4BBE-8DA4-FE31540E29C4}"/>
              </a:ext>
            </a:extLst>
          </p:cNvPr>
          <p:cNvSpPr/>
          <p:nvPr/>
        </p:nvSpPr>
        <p:spPr>
          <a:xfrm>
            <a:off x="8450182" y="4520739"/>
            <a:ext cx="2160000" cy="711324"/>
          </a:xfrm>
          <a:prstGeom prst="roundRect">
            <a:avLst>
              <a:gd name="adj" fmla="val 50000"/>
            </a:avLst>
          </a:prstGeom>
          <a:solidFill>
            <a:schemeClr val="bg1">
              <a:alpha val="13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="" xmlns:a16="http://schemas.microsoft.com/office/drawing/2014/main" id="{B86A0D90-4973-473D-99C7-2559546ACD16}"/>
              </a:ext>
            </a:extLst>
          </p:cNvPr>
          <p:cNvSpPr/>
          <p:nvPr/>
        </p:nvSpPr>
        <p:spPr>
          <a:xfrm>
            <a:off x="8440988" y="4336235"/>
            <a:ext cx="2160000" cy="71132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C4F2"/>
              </a:gs>
              <a:gs pos="100000">
                <a:srgbClr val="CC00FF"/>
              </a:gs>
            </a:gsLst>
            <a:lin ang="13500000" scaled="1"/>
          </a:gra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5F3C8A8-DDD7-45FF-B79D-8C45D5E6FC3F}"/>
              </a:ext>
            </a:extLst>
          </p:cNvPr>
          <p:cNvSpPr txBox="1"/>
          <p:nvPr/>
        </p:nvSpPr>
        <p:spPr>
          <a:xfrm>
            <a:off x="8682787" y="4404502"/>
            <a:ext cx="1654629" cy="338554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IN" sz="1600" spc="300" dirty="0">
                <a:latin typeface="Oswald" panose="00000500000000000000" pitchFamily="2" charset="0"/>
              </a:rPr>
              <a:t>LEARN MORE</a:t>
            </a:r>
          </a:p>
        </p:txBody>
      </p:sp>
    </p:spTree>
    <p:extLst>
      <p:ext uri="{BB962C8B-B14F-4D97-AF65-F5344CB8AC3E}">
        <p14:creationId xmlns="" xmlns:p14="http://schemas.microsoft.com/office/powerpoint/2010/main" val="138972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20" grpId="0"/>
      <p:bldP spid="21" grpId="0"/>
      <p:bldP spid="22" grpId="0"/>
      <p:bldP spid="26" grpId="0"/>
      <p:bldP spid="27" grpId="0"/>
      <p:bldP spid="28" grpId="0"/>
      <p:bldP spid="29" grpId="0"/>
      <p:bldP spid="32" grpId="0" animBg="1"/>
      <p:bldP spid="30" grpId="0" animBg="1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99000">
              <a:srgbClr val="0000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="" xmlns:a16="http://schemas.microsoft.com/office/drawing/2014/main" id="{C7343286-752F-4E9F-8529-7D790EB48BBE}"/>
              </a:ext>
            </a:extLst>
          </p:cNvPr>
          <p:cNvSpPr/>
          <p:nvPr/>
        </p:nvSpPr>
        <p:spPr>
          <a:xfrm>
            <a:off x="3603898" y="807720"/>
            <a:ext cx="12461240" cy="11285381"/>
          </a:xfrm>
          <a:prstGeom prst="roundRect">
            <a:avLst>
              <a:gd name="adj" fmla="val 3742"/>
            </a:avLst>
          </a:prstGeom>
          <a:solidFill>
            <a:schemeClr val="bg1">
              <a:alpha val="5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C04CCB5C-9E51-4363-A2CD-89F9CE36EC44}"/>
              </a:ext>
            </a:extLst>
          </p:cNvPr>
          <p:cNvSpPr/>
          <p:nvPr/>
        </p:nvSpPr>
        <p:spPr>
          <a:xfrm>
            <a:off x="172203" y="0"/>
            <a:ext cx="6746240" cy="6746240"/>
          </a:xfrm>
          <a:prstGeom prst="ellipse">
            <a:avLst/>
          </a:prstGeom>
          <a:gradFill flip="none" rotWithShape="1">
            <a:gsLst>
              <a:gs pos="3000">
                <a:srgbClr val="66FFFF">
                  <a:alpha val="79000"/>
                </a:srgbClr>
              </a:gs>
              <a:gs pos="74000">
                <a:srgbClr val="000066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CD36D080-247F-4F2D-BE41-AA40848F337C}"/>
              </a:ext>
            </a:extLst>
          </p:cNvPr>
          <p:cNvSpPr/>
          <p:nvPr/>
        </p:nvSpPr>
        <p:spPr>
          <a:xfrm>
            <a:off x="2113280" y="3033660"/>
            <a:ext cx="3157655" cy="2575341"/>
          </a:xfrm>
          <a:prstGeom prst="roundRect">
            <a:avLst>
              <a:gd name="adj" fmla="val 3742"/>
            </a:avLst>
          </a:prstGeom>
          <a:noFill/>
          <a:ln>
            <a:gradFill flip="none" rotWithShape="1">
              <a:gsLst>
                <a:gs pos="0">
                  <a:srgbClr val="00FFFF">
                    <a:alpha val="60000"/>
                  </a:srgbClr>
                </a:gs>
                <a:gs pos="100000">
                  <a:srgbClr val="00CCFF">
                    <a:alpha val="60000"/>
                  </a:srgbClr>
                </a:gs>
              </a:gsLst>
              <a:lin ang="13500000" scaled="1"/>
              <a:tileRect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33988B8C-C717-4AC2-BC3D-7F4486658CC3}"/>
              </a:ext>
            </a:extLst>
          </p:cNvPr>
          <p:cNvSpPr/>
          <p:nvPr/>
        </p:nvSpPr>
        <p:spPr>
          <a:xfrm>
            <a:off x="2113280" y="3284600"/>
            <a:ext cx="3157655" cy="2575341"/>
          </a:xfrm>
          <a:prstGeom prst="roundRect">
            <a:avLst>
              <a:gd name="adj" fmla="val 3742"/>
            </a:avLst>
          </a:prstGeom>
          <a:noFill/>
          <a:ln>
            <a:gradFill flip="none" rotWithShape="1">
              <a:gsLst>
                <a:gs pos="0">
                  <a:srgbClr val="00FFFF">
                    <a:alpha val="40000"/>
                  </a:srgbClr>
                </a:gs>
                <a:gs pos="100000">
                  <a:srgbClr val="00CCFF">
                    <a:alpha val="40000"/>
                  </a:srgbClr>
                </a:gs>
              </a:gsLst>
              <a:lin ang="13500000" scaled="1"/>
              <a:tileRect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3809AEE6-DA3A-44FD-8926-CD407F0B0A12}"/>
              </a:ext>
            </a:extLst>
          </p:cNvPr>
          <p:cNvSpPr/>
          <p:nvPr/>
        </p:nvSpPr>
        <p:spPr>
          <a:xfrm>
            <a:off x="2113280" y="3535539"/>
            <a:ext cx="3157655" cy="2575341"/>
          </a:xfrm>
          <a:prstGeom prst="roundRect">
            <a:avLst>
              <a:gd name="adj" fmla="val 3742"/>
            </a:avLst>
          </a:prstGeom>
          <a:noFill/>
          <a:ln>
            <a:gradFill flip="none" rotWithShape="1">
              <a:gsLst>
                <a:gs pos="0">
                  <a:srgbClr val="00FFFF">
                    <a:alpha val="20000"/>
                  </a:srgbClr>
                </a:gs>
                <a:gs pos="100000">
                  <a:srgbClr val="00CCFF">
                    <a:alpha val="20000"/>
                  </a:srgbClr>
                </a:gs>
              </a:gsLst>
              <a:lin ang="13500000" scaled="1"/>
              <a:tileRect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9F2F6FF9-12E7-48D6-A759-196A37046256}"/>
              </a:ext>
            </a:extLst>
          </p:cNvPr>
          <p:cNvSpPr/>
          <p:nvPr/>
        </p:nvSpPr>
        <p:spPr>
          <a:xfrm>
            <a:off x="2113280" y="2280842"/>
            <a:ext cx="3157655" cy="2575341"/>
          </a:xfrm>
          <a:prstGeom prst="roundRect">
            <a:avLst>
              <a:gd name="adj" fmla="val 3742"/>
            </a:avLst>
          </a:prstGeom>
          <a:gradFill>
            <a:gsLst>
              <a:gs pos="0">
                <a:srgbClr val="00FFFF"/>
              </a:gs>
              <a:gs pos="100000">
                <a:srgbClr val="00CCFF"/>
              </a:gs>
            </a:gsLst>
            <a:lin ang="13500000" scaled="1"/>
          </a:gra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="" xmlns:a16="http://schemas.microsoft.com/office/drawing/2014/main" id="{5DDEF37B-A72B-4B96-BEC6-466F6C5CA063}"/>
              </a:ext>
            </a:extLst>
          </p:cNvPr>
          <p:cNvSpPr/>
          <p:nvPr/>
        </p:nvSpPr>
        <p:spPr>
          <a:xfrm>
            <a:off x="2113280" y="2531781"/>
            <a:ext cx="3157655" cy="2575341"/>
          </a:xfrm>
          <a:prstGeom prst="roundRect">
            <a:avLst>
              <a:gd name="adj" fmla="val 3742"/>
            </a:avLst>
          </a:prstGeom>
          <a:noFill/>
          <a:ln>
            <a:gradFill flip="none" rotWithShape="1">
              <a:gsLst>
                <a:gs pos="0">
                  <a:srgbClr val="00FFFF"/>
                </a:gs>
                <a:gs pos="100000">
                  <a:srgbClr val="00CCFF"/>
                </a:gs>
              </a:gsLst>
              <a:lin ang="13500000" scaled="1"/>
              <a:tileRect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75B37728-8850-46C2-8996-358EBA823473}"/>
              </a:ext>
            </a:extLst>
          </p:cNvPr>
          <p:cNvSpPr/>
          <p:nvPr/>
        </p:nvSpPr>
        <p:spPr>
          <a:xfrm>
            <a:off x="2113280" y="2782721"/>
            <a:ext cx="3157655" cy="2575341"/>
          </a:xfrm>
          <a:prstGeom prst="roundRect">
            <a:avLst>
              <a:gd name="adj" fmla="val 3742"/>
            </a:avLst>
          </a:prstGeom>
          <a:noFill/>
          <a:ln>
            <a:gradFill flip="none" rotWithShape="1">
              <a:gsLst>
                <a:gs pos="0">
                  <a:srgbClr val="00FFFF"/>
                </a:gs>
                <a:gs pos="100000">
                  <a:srgbClr val="00CCFF"/>
                </a:gs>
              </a:gsLst>
              <a:lin ang="13500000" scaled="1"/>
              <a:tileRect/>
            </a:gra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F9194887-A175-4224-A510-8F5386D5FAB6}"/>
              </a:ext>
            </a:extLst>
          </p:cNvPr>
          <p:cNvSpPr/>
          <p:nvPr/>
        </p:nvSpPr>
        <p:spPr>
          <a:xfrm>
            <a:off x="2113280" y="1920240"/>
            <a:ext cx="3157655" cy="2575341"/>
          </a:xfrm>
          <a:prstGeom prst="roundRect">
            <a:avLst>
              <a:gd name="adj" fmla="val 3742"/>
            </a:avLst>
          </a:prstGeom>
          <a:solidFill>
            <a:schemeClr val="bg1"/>
          </a:solidFill>
          <a:ln>
            <a:noFill/>
          </a:ln>
          <a:scene3d>
            <a:camera prst="isometricTopUp"/>
            <a:lightRig rig="balanced" dir="t"/>
          </a:scene3d>
          <a:sp3d extrusionH="196850"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3E55D60A-E65A-43F4-AA09-A1ECCC5B9EC9}"/>
              </a:ext>
            </a:extLst>
          </p:cNvPr>
          <p:cNvSpPr/>
          <p:nvPr/>
        </p:nvSpPr>
        <p:spPr>
          <a:xfrm>
            <a:off x="2779240" y="1367434"/>
            <a:ext cx="1686065" cy="1686065"/>
          </a:xfrm>
          <a:prstGeom prst="ellipse">
            <a:avLst/>
          </a:prstGeom>
          <a:gradFill>
            <a:gsLst>
              <a:gs pos="0">
                <a:srgbClr val="02FFFF"/>
              </a:gs>
              <a:gs pos="99000">
                <a:srgbClr val="6600CC">
                  <a:alpha val="54000"/>
                </a:srgbClr>
              </a:gs>
            </a:gsLst>
            <a:lin ang="5400000" scaled="1"/>
          </a:gradFill>
          <a:ln>
            <a:noFill/>
          </a:ln>
          <a:effectLst>
            <a:reflection blurRad="152400" stA="98000" endPos="36000" dist="558800" dir="5400000" sy="-100000" algn="bl" rotWithShape="0"/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34BD54B7-67C2-4327-B2E1-1933A9FD803F}"/>
              </a:ext>
            </a:extLst>
          </p:cNvPr>
          <p:cNvSpPr/>
          <p:nvPr/>
        </p:nvSpPr>
        <p:spPr>
          <a:xfrm>
            <a:off x="2397448" y="882097"/>
            <a:ext cx="2626905" cy="2680902"/>
          </a:xfrm>
          <a:custGeom>
            <a:avLst/>
            <a:gdLst>
              <a:gd name="connsiteX0" fmla="*/ 1084690 w 2125686"/>
              <a:gd name="connsiteY0" fmla="*/ 0 h 2169380"/>
              <a:gd name="connsiteX1" fmla="*/ 1691151 w 2125686"/>
              <a:gd name="connsiteY1" fmla="*/ 185248 h 2169380"/>
              <a:gd name="connsiteX2" fmla="*/ 1765231 w 2125686"/>
              <a:gd name="connsiteY2" fmla="*/ 240644 h 2169380"/>
              <a:gd name="connsiteX3" fmla="*/ 1627650 w 2125686"/>
              <a:gd name="connsiteY3" fmla="*/ 411280 h 2169380"/>
              <a:gd name="connsiteX4" fmla="*/ 1570525 w 2125686"/>
              <a:gd name="connsiteY4" fmla="*/ 364147 h 2169380"/>
              <a:gd name="connsiteX5" fmla="*/ 1084690 w 2125686"/>
              <a:gd name="connsiteY5" fmla="*/ 215745 h 2169380"/>
              <a:gd name="connsiteX6" fmla="*/ 215745 w 2125686"/>
              <a:gd name="connsiteY6" fmla="*/ 1084690 h 2169380"/>
              <a:gd name="connsiteX7" fmla="*/ 1084690 w 2125686"/>
              <a:gd name="connsiteY7" fmla="*/ 1953635 h 2169380"/>
              <a:gd name="connsiteX8" fmla="*/ 1885349 w 2125686"/>
              <a:gd name="connsiteY8" fmla="*/ 1422923 h 2169380"/>
              <a:gd name="connsiteX9" fmla="*/ 1915334 w 2125686"/>
              <a:gd name="connsiteY9" fmla="*/ 1326327 h 2169380"/>
              <a:gd name="connsiteX10" fmla="*/ 2125686 w 2125686"/>
              <a:gd name="connsiteY10" fmla="*/ 1387520 h 2169380"/>
              <a:gd name="connsiteX11" fmla="*/ 2120615 w 2125686"/>
              <a:gd name="connsiteY11" fmla="*/ 1407244 h 2169380"/>
              <a:gd name="connsiteX12" fmla="*/ 1084690 w 2125686"/>
              <a:gd name="connsiteY12" fmla="*/ 2169380 h 2169380"/>
              <a:gd name="connsiteX13" fmla="*/ 0 w 2125686"/>
              <a:gd name="connsiteY13" fmla="*/ 1084690 h 2169380"/>
              <a:gd name="connsiteX14" fmla="*/ 1084690 w 2125686"/>
              <a:gd name="connsiteY14" fmla="*/ 0 h 2169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25686" h="2169380">
                <a:moveTo>
                  <a:pt x="1084690" y="0"/>
                </a:moveTo>
                <a:cubicBezTo>
                  <a:pt x="1309337" y="0"/>
                  <a:pt x="1518033" y="68292"/>
                  <a:pt x="1691151" y="185248"/>
                </a:cubicBezTo>
                <a:lnTo>
                  <a:pt x="1765231" y="240644"/>
                </a:lnTo>
                <a:lnTo>
                  <a:pt x="1627650" y="411280"/>
                </a:lnTo>
                <a:lnTo>
                  <a:pt x="1570525" y="364147"/>
                </a:lnTo>
                <a:cubicBezTo>
                  <a:pt x="1431841" y="270454"/>
                  <a:pt x="1264654" y="215745"/>
                  <a:pt x="1084690" y="215745"/>
                </a:cubicBezTo>
                <a:cubicBezTo>
                  <a:pt x="604785" y="215745"/>
                  <a:pt x="215745" y="604785"/>
                  <a:pt x="215745" y="1084690"/>
                </a:cubicBezTo>
                <a:cubicBezTo>
                  <a:pt x="215745" y="1564595"/>
                  <a:pt x="604785" y="1953635"/>
                  <a:pt x="1084690" y="1953635"/>
                </a:cubicBezTo>
                <a:cubicBezTo>
                  <a:pt x="1444619" y="1953635"/>
                  <a:pt x="1753436" y="1734800"/>
                  <a:pt x="1885349" y="1422923"/>
                </a:cubicBezTo>
                <a:lnTo>
                  <a:pt x="1915334" y="1326327"/>
                </a:lnTo>
                <a:lnTo>
                  <a:pt x="2125686" y="1387520"/>
                </a:lnTo>
                <a:lnTo>
                  <a:pt x="2120615" y="1407244"/>
                </a:lnTo>
                <a:cubicBezTo>
                  <a:pt x="1983280" y="1848787"/>
                  <a:pt x="1571425" y="2169380"/>
                  <a:pt x="1084690" y="2169380"/>
                </a:cubicBezTo>
                <a:cubicBezTo>
                  <a:pt x="485632" y="2169380"/>
                  <a:pt x="0" y="1683748"/>
                  <a:pt x="0" y="1084690"/>
                </a:cubicBezTo>
                <a:cubicBezTo>
                  <a:pt x="0" y="485632"/>
                  <a:pt x="485632" y="0"/>
                  <a:pt x="1084690" y="0"/>
                </a:cubicBezTo>
                <a:close/>
              </a:path>
            </a:pathLst>
          </a:custGeom>
          <a:gradFill>
            <a:gsLst>
              <a:gs pos="0">
                <a:srgbClr val="02FCFF"/>
              </a:gs>
              <a:gs pos="99000">
                <a:srgbClr val="02FFFF"/>
              </a:gs>
            </a:gsLst>
            <a:lin ang="5400000" scaled="1"/>
          </a:gradFill>
          <a:ln>
            <a:noFill/>
          </a:ln>
          <a:scene3d>
            <a:camera prst="isometricRightUp"/>
            <a:lightRig rig="threePt" dir="t"/>
          </a:scene3d>
          <a:sp3d extrusionH="209550" contourW="6350" prstMaterial="metal">
            <a:contourClr>
              <a:srgbClr val="00F2F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FBEA01C-F3B3-44F2-A3EC-7174528CEB75}"/>
              </a:ext>
            </a:extLst>
          </p:cNvPr>
          <p:cNvSpPr txBox="1"/>
          <p:nvPr/>
        </p:nvSpPr>
        <p:spPr>
          <a:xfrm>
            <a:off x="2952560" y="1912630"/>
            <a:ext cx="1391073" cy="646331"/>
          </a:xfrm>
          <a:prstGeom prst="rect">
            <a:avLst/>
          </a:prstGeom>
          <a:noFill/>
          <a:scene3d>
            <a:camera prst="isometricRightUp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3600" b="1" spc="300" dirty="0">
                <a:solidFill>
                  <a:schemeClr val="bg1"/>
                </a:solidFill>
                <a:latin typeface="Oswald" panose="00000500000000000000" pitchFamily="2" charset="0"/>
              </a:rPr>
              <a:t>60</a:t>
            </a:r>
            <a:r>
              <a:rPr lang="en-US" sz="2400" b="1" spc="300" dirty="0">
                <a:solidFill>
                  <a:schemeClr val="bg1"/>
                </a:solidFill>
                <a:latin typeface="Oswald" panose="00000500000000000000" pitchFamily="2" charset="0"/>
              </a:rPr>
              <a:t>%</a:t>
            </a:r>
            <a:endParaRPr lang="en-IN" sz="2400" b="1" spc="300" dirty="0">
              <a:solidFill>
                <a:schemeClr val="bg1"/>
              </a:solidFill>
              <a:latin typeface="Oswald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6EF734EF-1D9D-4627-8EE2-37B73E263988}"/>
              </a:ext>
            </a:extLst>
          </p:cNvPr>
          <p:cNvSpPr txBox="1"/>
          <p:nvPr/>
        </p:nvSpPr>
        <p:spPr>
          <a:xfrm>
            <a:off x="3662913" y="3350815"/>
            <a:ext cx="1361440" cy="461665"/>
          </a:xfrm>
          <a:prstGeom prst="rect">
            <a:avLst/>
          </a:prstGeom>
          <a:noFill/>
          <a:scene3d>
            <a:camera prst="isometricTopUp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2400" spc="300" dirty="0">
                <a:solidFill>
                  <a:schemeClr val="tx1">
                    <a:alpha val="27000"/>
                  </a:schemeClr>
                </a:solidFill>
                <a:latin typeface="Oswald" panose="00000500000000000000" pitchFamily="2" charset="0"/>
              </a:rPr>
              <a:t>SALES</a:t>
            </a:r>
            <a:endParaRPr lang="en-IN" sz="2400" spc="300" dirty="0">
              <a:solidFill>
                <a:schemeClr val="tx1">
                  <a:alpha val="27000"/>
                </a:schemeClr>
              </a:solidFill>
              <a:latin typeface="Oswald" panose="00000500000000000000" pitchFamily="2" charset="0"/>
            </a:endParaRPr>
          </a:p>
        </p:txBody>
      </p:sp>
      <p:pic>
        <p:nvPicPr>
          <p:cNvPr id="26" name="Graphic 25" descr="Money">
            <a:extLst>
              <a:ext uri="{FF2B5EF4-FFF2-40B4-BE49-F238E27FC236}">
                <a16:creationId xmlns="" xmlns:a16="http://schemas.microsoft.com/office/drawing/2014/main" id="{347F38D8-1C88-4BD4-A971-B4C1FA50A2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695" y="3762361"/>
            <a:ext cx="509460" cy="509460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6133A3B-4331-4D54-9860-CDA083021961}"/>
              </a:ext>
            </a:extLst>
          </p:cNvPr>
          <p:cNvSpPr txBox="1"/>
          <p:nvPr/>
        </p:nvSpPr>
        <p:spPr>
          <a:xfrm>
            <a:off x="7605006" y="1022848"/>
            <a:ext cx="3637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300" dirty="0">
                <a:gradFill flip="none" rotWithShape="1">
                  <a:gsLst>
                    <a:gs pos="0">
                      <a:srgbClr val="00F2F2"/>
                    </a:gs>
                    <a:gs pos="99000">
                      <a:srgbClr val="02FFFF"/>
                    </a:gs>
                  </a:gsLst>
                  <a:lin ang="13500000" scaled="1"/>
                  <a:tileRect/>
                </a:gradFill>
                <a:latin typeface="Oswald Light" panose="00000400000000000000" pitchFamily="2" charset="0"/>
              </a:rPr>
              <a:t>ISOMETRIC CHART</a:t>
            </a:r>
            <a:endParaRPr lang="en-IN" sz="3200" spc="300" dirty="0">
              <a:gradFill flip="none" rotWithShape="1">
                <a:gsLst>
                  <a:gs pos="0">
                    <a:srgbClr val="00F2F2"/>
                  </a:gs>
                  <a:gs pos="99000">
                    <a:srgbClr val="02FFFF"/>
                  </a:gs>
                </a:gsLst>
                <a:lin ang="13500000" scaled="1"/>
                <a:tileRect/>
              </a:gradFill>
              <a:latin typeface="Oswald Light" panose="000004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7281C1C-7F7E-452D-9B97-9DA9E0D09BC3}"/>
              </a:ext>
            </a:extLst>
          </p:cNvPr>
          <p:cNvSpPr txBox="1"/>
          <p:nvPr/>
        </p:nvSpPr>
        <p:spPr>
          <a:xfrm>
            <a:off x="7614440" y="2444146"/>
            <a:ext cx="363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300" dirty="0">
                <a:gradFill flip="none" rotWithShape="1">
                  <a:gsLst>
                    <a:gs pos="0">
                      <a:srgbClr val="00F2F2"/>
                    </a:gs>
                    <a:gs pos="99000">
                      <a:srgbClr val="02FFFF"/>
                    </a:gs>
                  </a:gsLst>
                  <a:lin ang="13500000" scaled="1"/>
                  <a:tileRect/>
                </a:gradFill>
                <a:latin typeface="Oswald Light" panose="00000400000000000000" pitchFamily="2" charset="0"/>
              </a:rPr>
              <a:t>CREATIVE VENUS</a:t>
            </a:r>
            <a:endParaRPr lang="en-IN" sz="1400" spc="300" dirty="0">
              <a:gradFill flip="none" rotWithShape="1">
                <a:gsLst>
                  <a:gs pos="0">
                    <a:srgbClr val="00F2F2"/>
                  </a:gs>
                  <a:gs pos="99000">
                    <a:srgbClr val="02FFFF"/>
                  </a:gs>
                </a:gsLst>
                <a:lin ang="13500000" scaled="1"/>
                <a:tileRect/>
              </a:gradFill>
              <a:latin typeface="Oswald Light" panose="000004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8150F236-7021-486F-A850-27ADE6C6B26E}"/>
              </a:ext>
            </a:extLst>
          </p:cNvPr>
          <p:cNvSpPr txBox="1"/>
          <p:nvPr/>
        </p:nvSpPr>
        <p:spPr>
          <a:xfrm>
            <a:off x="7604280" y="3041354"/>
            <a:ext cx="363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>
                <a:gradFill flip="none" rotWithShape="1">
                  <a:gsLst>
                    <a:gs pos="0">
                      <a:srgbClr val="00F2F2"/>
                    </a:gs>
                    <a:gs pos="99000">
                      <a:srgbClr val="02FFFF"/>
                    </a:gs>
                  </a:gsLst>
                  <a:lin ang="13500000" scaled="1"/>
                  <a:tileRect/>
                </a:gradFill>
                <a:latin typeface="Montserrat Light" panose="000004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sz="900" dirty="0" err="1">
                <a:gradFill flip="none" rotWithShape="1">
                  <a:gsLst>
                    <a:gs pos="0">
                      <a:srgbClr val="00F2F2"/>
                    </a:gs>
                    <a:gs pos="99000">
                      <a:srgbClr val="02FFFF"/>
                    </a:gs>
                  </a:gsLst>
                  <a:lin ang="13500000" scaled="1"/>
                  <a:tileRect/>
                </a:gradFill>
                <a:latin typeface="Montserrat Light" panose="000004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urna</a:t>
            </a:r>
            <a:r>
              <a:rPr lang="en-US" sz="900" dirty="0">
                <a:gradFill flip="none" rotWithShape="1">
                  <a:gsLst>
                    <a:gs pos="0">
                      <a:srgbClr val="00F2F2"/>
                    </a:gs>
                    <a:gs pos="99000">
                      <a:srgbClr val="02FFFF"/>
                    </a:gs>
                  </a:gsLst>
                  <a:lin ang="13500000" scaled="1"/>
                  <a:tileRect/>
                </a:gradFill>
                <a:latin typeface="Montserrat Light" panose="000004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="" xmlns:a16="http://schemas.microsoft.com/office/drawing/2014/main" id="{34862EE9-BC6E-47AB-9F5D-5C10CBE53543}"/>
              </a:ext>
            </a:extLst>
          </p:cNvPr>
          <p:cNvSpPr/>
          <p:nvPr/>
        </p:nvSpPr>
        <p:spPr>
          <a:xfrm>
            <a:off x="7594120" y="3911599"/>
            <a:ext cx="1712440" cy="3602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2F2"/>
              </a:gs>
              <a:gs pos="99000">
                <a:srgbClr val="02FFFF"/>
              </a:gs>
            </a:gsLst>
            <a:lin ang="13500000" scaled="1"/>
            <a:tileRect/>
          </a:gradFill>
          <a:effectLst>
            <a:reflection blurRad="12700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spc="600" dirty="0">
                <a:solidFill>
                  <a:srgbClr val="00001A"/>
                </a:solidFill>
                <a:latin typeface="Oswald Light" panose="00000400000000000000" pitchFamily="2" charset="0"/>
              </a:rPr>
              <a:t>LEARN MORE</a:t>
            </a:r>
            <a:endParaRPr lang="en-IN" sz="900" spc="600" dirty="0">
              <a:solidFill>
                <a:srgbClr val="00001A"/>
              </a:solidFill>
              <a:latin typeface="Oswald Light" panose="00000400000000000000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05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9" grpId="0" animBg="1"/>
      <p:bldP spid="22" grpId="0" animBg="1"/>
      <p:bldP spid="23" grpId="0"/>
      <p:bldP spid="24" grpId="0"/>
      <p:bldP spid="36" grpId="0"/>
      <p:bldP spid="37" grpId="0"/>
      <p:bldP spid="38" grpId="0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131</Words>
  <Application>Microsoft Office PowerPoint</Application>
  <PresentationFormat>Custom</PresentationFormat>
  <Paragraphs>17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GLOBAL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Sharma</dc:creator>
  <cp:lastModifiedBy>Asus</cp:lastModifiedBy>
  <cp:revision>41</cp:revision>
  <dcterms:created xsi:type="dcterms:W3CDTF">2019-01-02T17:12:33Z</dcterms:created>
  <dcterms:modified xsi:type="dcterms:W3CDTF">2022-04-30T14:01:29Z</dcterms:modified>
</cp:coreProperties>
</file>